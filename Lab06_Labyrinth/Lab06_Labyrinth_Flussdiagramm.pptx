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2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AA7B06-BEC1-ADC1-435E-6E69E7BC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1A458CD-672E-1A62-E2E3-9FE8D71682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2A4FF1-572E-3FA3-40D5-9D8E55512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E3DE8-0218-4F38-A408-4F8C7316F733}" type="datetimeFigureOut">
              <a:rPr lang="de-AT" smtClean="0"/>
              <a:t>27.02.2026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3502DDC-B466-153F-F432-3036128C1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A7B562-7CAC-FCAC-79C8-7E3F3768B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3A6C3-E61D-41B3-B172-65F0F684805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09232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ACE020-74ED-CFEC-3EC6-5305CDD79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A33F2D-19AC-D801-05B4-9F37D96CC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E704F7F-CB09-16EB-A048-CC46F4F1A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E3DE8-0218-4F38-A408-4F8C7316F733}" type="datetimeFigureOut">
              <a:rPr lang="de-AT" smtClean="0"/>
              <a:t>27.02.2026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12A796C-B457-8ED1-24A0-5FE66D629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7DB44DA-6E61-2C66-EA07-F46ECFFED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3A6C3-E61D-41B3-B172-65F0F684805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37980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6DD61C-FD10-5034-F6F4-66F99648A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367038-D275-9AB3-7F72-0D9A4CD2A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0853422-3203-2BED-279D-C208AF8A9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E3DE8-0218-4F38-A408-4F8C7316F733}" type="datetimeFigureOut">
              <a:rPr lang="de-AT" smtClean="0"/>
              <a:t>27.02.2026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36A0C0-C613-9E59-FBA3-0069D44DC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91D867C-3CFF-9A42-B368-103EC49F4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3A6C3-E61D-41B3-B172-65F0F684805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48681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C024C9-8CBD-0973-194F-8413E36D6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ADA4FC5-6FD1-0C32-17CC-76BD17A1D2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B049A53-0750-30CE-779F-2314A8213C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52F4FE0-F7EF-D289-0B8F-1F8EA0DC5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E3DE8-0218-4F38-A408-4F8C7316F733}" type="datetimeFigureOut">
              <a:rPr lang="de-AT" smtClean="0"/>
              <a:t>27.02.2026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29D1C9-E4F6-C115-AF88-E21344F8C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2843F93-BBC4-DCB3-ACB6-285E2473B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3A6C3-E61D-41B3-B172-65F0F684805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4405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DE44C8-2510-8B06-6710-E672C60AB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5FA64E9-483A-6A19-8980-502A61DFB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541AD70-C8B7-4D2B-CB66-38AE5E550C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9D7CC06-CA47-EB0E-8B0F-F71F812BFA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48C9FCF-8470-2CE2-EFA5-1A771EFAF9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3B31C3D-D060-4447-2379-3D6261FFF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E3DE8-0218-4F38-A408-4F8C7316F733}" type="datetimeFigureOut">
              <a:rPr lang="de-AT" smtClean="0"/>
              <a:t>27.02.2026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0D2C8B4-93BB-8E22-F1C2-4DF1AD4E3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CEDF4EB-E32E-FB1F-4395-2ED995FE2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3A6C3-E61D-41B3-B172-65F0F684805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97365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DF6E75-46A0-B1BA-F1FC-FA119CE80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82D4446-163C-B5BE-3729-1A34A621B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E3DE8-0218-4F38-A408-4F8C7316F733}" type="datetimeFigureOut">
              <a:rPr lang="de-AT" smtClean="0"/>
              <a:t>27.02.2026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D47D81-5205-C934-C3E6-72AB349C6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16E8B65-DCF5-F4E2-16F6-1580FD33B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3A6C3-E61D-41B3-B172-65F0F684805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36080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AC61C48-1F46-18A7-8F17-53B4DF62B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E3DE8-0218-4F38-A408-4F8C7316F733}" type="datetimeFigureOut">
              <a:rPr lang="de-AT" smtClean="0"/>
              <a:t>27.02.2026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F6122ED-4438-668D-3479-5CD7E9C52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305DCCE-61BE-F980-F06D-8DDB45949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3A6C3-E61D-41B3-B172-65F0F684805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11153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DC3F47-2B48-43B8-0683-D479D7C4B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8EE963-BFB9-2484-0EC9-19D92F4A6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52ACC8B-1D0D-64E7-73B3-5BF3A8D10A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DAF0D24-1F7E-DDD5-F1C5-840EA0106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E3DE8-0218-4F38-A408-4F8C7316F733}" type="datetimeFigureOut">
              <a:rPr lang="de-AT" smtClean="0"/>
              <a:t>27.02.2026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C0E59E0-B266-2334-9C4E-2F024C6FB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2F02F40-6EE3-B1D4-952C-7BF20F48E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3A6C3-E61D-41B3-B172-65F0F684805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91084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C3CA70-B301-2061-3AD9-BC7E52A1F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9F20591-F940-3831-E872-AE110BFAD8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FF80543-034A-0DEC-2713-7A361139F6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603B01C-3C5E-DC64-ABF6-54DE51E5B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E3DE8-0218-4F38-A408-4F8C7316F733}" type="datetimeFigureOut">
              <a:rPr lang="de-AT" smtClean="0"/>
              <a:t>27.02.2026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265A8B2-175C-1294-2691-107F94F2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17F8E82-6C40-9B2D-7F30-DE769EBDB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3A6C3-E61D-41B3-B172-65F0F684805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12490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6AD08A-9D42-5A60-14EB-2500F26AE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0A2B4B8-32B6-6996-5499-41CDBC38DD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1B9DE6-F447-A9E4-FB2C-0D4E14DA7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E3DE8-0218-4F38-A408-4F8C7316F733}" type="datetimeFigureOut">
              <a:rPr lang="de-AT" smtClean="0"/>
              <a:t>27.02.2026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34AEB91-E5E7-7007-54AD-AFCD38742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2E0C2C-35C7-F967-991B-75B30561B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3A6C3-E61D-41B3-B172-65F0F684805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2990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DCB7ABF-373B-5256-E3B1-3E6F65DDA8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2591877-25AB-CCD5-B704-2E4AB0FE8A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B1F9CA-0441-8824-7F42-5B8006603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E3DE8-0218-4F38-A408-4F8C7316F733}" type="datetimeFigureOut">
              <a:rPr lang="de-AT" smtClean="0"/>
              <a:t>27.02.2026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DC35256-5359-4ADC-678D-13A002584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CC24CA2-F0E6-6B83-CB4F-4D4988F8E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3A6C3-E61D-41B3-B172-65F0F684805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18221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ED80F70-8115-FEFE-75D0-E9DFC2E23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6184E75-F0DD-70A7-8A63-C2F77552D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E0FDB9-0C92-DB94-CC9F-FD984F45DE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9E3DE8-0218-4F38-A408-4F8C7316F733}" type="datetimeFigureOut">
              <a:rPr lang="de-AT" smtClean="0"/>
              <a:t>27.02.2026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44B16F-B5DB-83A1-8CA1-67B2D7687F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717EA83-970A-E5D6-F3CC-9761CF246F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43A6C3-E61D-41B3-B172-65F0F684805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36376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F760D41C-B65B-0CB3-1E02-D45268882E8D}"/>
              </a:ext>
            </a:extLst>
          </p:cNvPr>
          <p:cNvSpPr txBox="1"/>
          <p:nvPr/>
        </p:nvSpPr>
        <p:spPr>
          <a:xfrm>
            <a:off x="1284514" y="838199"/>
            <a:ext cx="278674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 err="1"/>
              <a:t>MainWindow.Xaml.cs</a:t>
            </a:r>
            <a:endParaRPr lang="de-DE" dirty="0"/>
          </a:p>
          <a:p>
            <a:r>
              <a:rPr lang="de-AT" dirty="0"/>
              <a:t>Figur= 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264D55A-1A1B-4767-D221-682E968077A4}"/>
              </a:ext>
            </a:extLst>
          </p:cNvPr>
          <p:cNvSpPr txBox="1"/>
          <p:nvPr/>
        </p:nvSpPr>
        <p:spPr>
          <a:xfrm>
            <a:off x="4844142" y="838199"/>
            <a:ext cx="3483429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/>
              <a:t>Figur</a:t>
            </a:r>
          </a:p>
          <a:p>
            <a:r>
              <a:rPr lang="de-DE" dirty="0"/>
              <a:t>Width=16</a:t>
            </a:r>
          </a:p>
          <a:p>
            <a:r>
              <a:rPr lang="de-DE" dirty="0" err="1"/>
              <a:t>Heigth</a:t>
            </a:r>
            <a:r>
              <a:rPr lang="de-DE" dirty="0"/>
              <a:t>=16</a:t>
            </a:r>
          </a:p>
          <a:p>
            <a:r>
              <a:rPr lang="de-DE" dirty="0"/>
              <a:t>Geometrie=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93A54E1-D575-9EE5-E56B-6C5CB7372C25}"/>
              </a:ext>
            </a:extLst>
          </p:cNvPr>
          <p:cNvSpPr txBox="1"/>
          <p:nvPr/>
        </p:nvSpPr>
        <p:spPr>
          <a:xfrm>
            <a:off x="4615541" y="3059668"/>
            <a:ext cx="990601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/>
              <a:t>Ellipse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A496BB0B-2C89-093F-819A-DCCB12E986DB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2155371" y="1284514"/>
            <a:ext cx="2688771" cy="153850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A37E6C03-87A1-6E0A-D20C-A90AFEE02F7E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5110842" y="1884678"/>
            <a:ext cx="1148443" cy="1174990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5930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Microsoft Office PowerPoint</Application>
  <PresentationFormat>Breitbild</PresentationFormat>
  <Paragraphs>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Luger</dc:creator>
  <cp:lastModifiedBy>Thomas Luger</cp:lastModifiedBy>
  <cp:revision>1</cp:revision>
  <dcterms:created xsi:type="dcterms:W3CDTF">2026-02-27T10:16:43Z</dcterms:created>
  <dcterms:modified xsi:type="dcterms:W3CDTF">2026-02-27T11:18:31Z</dcterms:modified>
</cp:coreProperties>
</file>